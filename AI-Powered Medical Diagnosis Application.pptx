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EDA9AD-379E-3B43-B5AF-BF8D62971DEE}" v="18" dt="2025-03-17T18:50:37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eque, Mohammed Abdul" userId="S::mlnu41@thomasmore.edu::ad81411f-7270-4c2e-bdd6-f0f7c32f5a6a" providerId="AD" clId="Web-{FDEDA9AD-379E-3B43-B5AF-BF8D62971DEE}"/>
    <pc:docChg chg="addSld modSld">
      <pc:chgData name="Shareque, Mohammed Abdul" userId="S::mlnu41@thomasmore.edu::ad81411f-7270-4c2e-bdd6-f0f7c32f5a6a" providerId="AD" clId="Web-{FDEDA9AD-379E-3B43-B5AF-BF8D62971DEE}" dt="2025-03-17T18:50:57.143" v="30"/>
      <pc:docMkLst>
        <pc:docMk/>
      </pc:docMkLst>
      <pc:sldChg chg="addSp modSp mod setBg setClrOvrMap">
        <pc:chgData name="Shareque, Mohammed Abdul" userId="S::mlnu41@thomasmore.edu::ad81411f-7270-4c2e-bdd6-f0f7c32f5a6a" providerId="AD" clId="Web-{FDEDA9AD-379E-3B43-B5AF-BF8D62971DEE}" dt="2025-03-17T18:48:39.242" v="0"/>
        <pc:sldMkLst>
          <pc:docMk/>
          <pc:sldMk cId="1847872007" sldId="256"/>
        </pc:sldMkLst>
        <pc:spChg chg="mod">
          <ac:chgData name="Shareque, Mohammed Abdul" userId="S::mlnu41@thomasmore.edu::ad81411f-7270-4c2e-bdd6-f0f7c32f5a6a" providerId="AD" clId="Web-{FDEDA9AD-379E-3B43-B5AF-BF8D62971DEE}" dt="2025-03-17T18:48:39.242" v="0"/>
          <ac:spMkLst>
            <pc:docMk/>
            <pc:sldMk cId="1847872007" sldId="256"/>
            <ac:spMk id="2" creationId="{85B2155D-51A3-706A-AC4B-036CAB777F7D}"/>
          </ac:spMkLst>
        </pc:spChg>
        <pc:spChg chg="mod">
          <ac:chgData name="Shareque, Mohammed Abdul" userId="S::mlnu41@thomasmore.edu::ad81411f-7270-4c2e-bdd6-f0f7c32f5a6a" providerId="AD" clId="Web-{FDEDA9AD-379E-3B43-B5AF-BF8D62971DEE}" dt="2025-03-17T18:48:39.242" v="0"/>
          <ac:spMkLst>
            <pc:docMk/>
            <pc:sldMk cId="1847872007" sldId="256"/>
            <ac:spMk id="3" creationId="{82EC955B-77D2-B43D-E1CE-F33B284AC131}"/>
          </ac:spMkLst>
        </pc:spChg>
        <pc:spChg chg="add">
          <ac:chgData name="Shareque, Mohammed Abdul" userId="S::mlnu41@thomasmore.edu::ad81411f-7270-4c2e-bdd6-f0f7c32f5a6a" providerId="AD" clId="Web-{FDEDA9AD-379E-3B43-B5AF-BF8D62971DEE}" dt="2025-03-17T18:48:39.242" v="0"/>
          <ac:spMkLst>
            <pc:docMk/>
            <pc:sldMk cId="1847872007" sldId="256"/>
            <ac:spMk id="9" creationId="{71B2258F-86CA-4D4D-8270-BC05FCDEBFB3}"/>
          </ac:spMkLst>
        </pc:spChg>
        <pc:picChg chg="add">
          <ac:chgData name="Shareque, Mohammed Abdul" userId="S::mlnu41@thomasmore.edu::ad81411f-7270-4c2e-bdd6-f0f7c32f5a6a" providerId="AD" clId="Web-{FDEDA9AD-379E-3B43-B5AF-BF8D62971DEE}" dt="2025-03-17T18:48:39.242" v="0"/>
          <ac:picMkLst>
            <pc:docMk/>
            <pc:sldMk cId="1847872007" sldId="256"/>
            <ac:picMk id="5" creationId="{19098620-4ACD-3FF7-A979-136360AA6BA8}"/>
          </ac:picMkLst>
        </pc:picChg>
      </pc:sldChg>
      <pc:sldChg chg="addSp modSp mod setBg setClrOvrMap">
        <pc:chgData name="Shareque, Mohammed Abdul" userId="S::mlnu41@thomasmore.edu::ad81411f-7270-4c2e-bdd6-f0f7c32f5a6a" providerId="AD" clId="Web-{FDEDA9AD-379E-3B43-B5AF-BF8D62971DEE}" dt="2025-03-17T18:48:48.040" v="1"/>
        <pc:sldMkLst>
          <pc:docMk/>
          <pc:sldMk cId="4245919733" sldId="257"/>
        </pc:sldMkLst>
        <pc:spChg chg="mod">
          <ac:chgData name="Shareque, Mohammed Abdul" userId="S::mlnu41@thomasmore.edu::ad81411f-7270-4c2e-bdd6-f0f7c32f5a6a" providerId="AD" clId="Web-{FDEDA9AD-379E-3B43-B5AF-BF8D62971DEE}" dt="2025-03-17T18:48:48.040" v="1"/>
          <ac:spMkLst>
            <pc:docMk/>
            <pc:sldMk cId="4245919733" sldId="257"/>
            <ac:spMk id="2" creationId="{FD283D12-14F5-6D68-9186-FC1A801B7622}"/>
          </ac:spMkLst>
        </pc:spChg>
        <pc:spChg chg="mod">
          <ac:chgData name="Shareque, Mohammed Abdul" userId="S::mlnu41@thomasmore.edu::ad81411f-7270-4c2e-bdd6-f0f7c32f5a6a" providerId="AD" clId="Web-{FDEDA9AD-379E-3B43-B5AF-BF8D62971DEE}" dt="2025-03-17T18:48:48.040" v="1"/>
          <ac:spMkLst>
            <pc:docMk/>
            <pc:sldMk cId="4245919733" sldId="257"/>
            <ac:spMk id="3" creationId="{C54857EC-D3A4-B7F1-A903-10DD587EBF3C}"/>
          </ac:spMkLst>
        </pc:spChg>
        <pc:spChg chg="add">
          <ac:chgData name="Shareque, Mohammed Abdul" userId="S::mlnu41@thomasmore.edu::ad81411f-7270-4c2e-bdd6-f0f7c32f5a6a" providerId="AD" clId="Web-{FDEDA9AD-379E-3B43-B5AF-BF8D62971DEE}" dt="2025-03-17T18:48:48.040" v="1"/>
          <ac:spMkLst>
            <pc:docMk/>
            <pc:sldMk cId="4245919733" sldId="257"/>
            <ac:spMk id="9" creationId="{9228552E-C8B1-4A80-8448-0787CE0FC704}"/>
          </ac:spMkLst>
        </pc:spChg>
        <pc:picChg chg="add">
          <ac:chgData name="Shareque, Mohammed Abdul" userId="S::mlnu41@thomasmore.edu::ad81411f-7270-4c2e-bdd6-f0f7c32f5a6a" providerId="AD" clId="Web-{FDEDA9AD-379E-3B43-B5AF-BF8D62971DEE}" dt="2025-03-17T18:48:48.040" v="1"/>
          <ac:picMkLst>
            <pc:docMk/>
            <pc:sldMk cId="4245919733" sldId="257"/>
            <ac:picMk id="5" creationId="{E284F887-3024-4DF7-A719-D08C12A3FED0}"/>
          </ac:picMkLst>
        </pc:picChg>
      </pc:sldChg>
      <pc:sldChg chg="addSp modSp mod setBg">
        <pc:chgData name="Shareque, Mohammed Abdul" userId="S::mlnu41@thomasmore.edu::ad81411f-7270-4c2e-bdd6-f0f7c32f5a6a" providerId="AD" clId="Web-{FDEDA9AD-379E-3B43-B5AF-BF8D62971DEE}" dt="2025-03-17T18:48:55.103" v="2"/>
        <pc:sldMkLst>
          <pc:docMk/>
          <pc:sldMk cId="2337555277" sldId="258"/>
        </pc:sldMkLst>
        <pc:spChg chg="mod">
          <ac:chgData name="Shareque, Mohammed Abdul" userId="S::mlnu41@thomasmore.edu::ad81411f-7270-4c2e-bdd6-f0f7c32f5a6a" providerId="AD" clId="Web-{FDEDA9AD-379E-3B43-B5AF-BF8D62971DEE}" dt="2025-03-17T18:48:55.103" v="2"/>
          <ac:spMkLst>
            <pc:docMk/>
            <pc:sldMk cId="2337555277" sldId="258"/>
            <ac:spMk id="2" creationId="{90111412-25B7-5F5E-142E-61C782C03075}"/>
          </ac:spMkLst>
        </pc:spChg>
        <pc:spChg chg="mod">
          <ac:chgData name="Shareque, Mohammed Abdul" userId="S::mlnu41@thomasmore.edu::ad81411f-7270-4c2e-bdd6-f0f7c32f5a6a" providerId="AD" clId="Web-{FDEDA9AD-379E-3B43-B5AF-BF8D62971DEE}" dt="2025-03-17T18:48:55.103" v="2"/>
          <ac:spMkLst>
            <pc:docMk/>
            <pc:sldMk cId="2337555277" sldId="258"/>
            <ac:spMk id="3" creationId="{5D9299A1-82F8-8DE7-31AE-E5F7EC02B1D2}"/>
          </ac:spMkLst>
        </pc:spChg>
        <pc:spChg chg="add">
          <ac:chgData name="Shareque, Mohammed Abdul" userId="S::mlnu41@thomasmore.edu::ad81411f-7270-4c2e-bdd6-f0f7c32f5a6a" providerId="AD" clId="Web-{FDEDA9AD-379E-3B43-B5AF-BF8D62971DEE}" dt="2025-03-17T18:48:55.103" v="2"/>
          <ac:spMkLst>
            <pc:docMk/>
            <pc:sldMk cId="2337555277" sldId="258"/>
            <ac:spMk id="1035" creationId="{E8A8EAB8-D2FF-444D-B34B-7D32F106AD0E}"/>
          </ac:spMkLst>
        </pc:spChg>
        <pc:picChg chg="mod">
          <ac:chgData name="Shareque, Mohammed Abdul" userId="S::mlnu41@thomasmore.edu::ad81411f-7270-4c2e-bdd6-f0f7c32f5a6a" providerId="AD" clId="Web-{FDEDA9AD-379E-3B43-B5AF-BF8D62971DEE}" dt="2025-03-17T18:48:55.103" v="2"/>
          <ac:picMkLst>
            <pc:docMk/>
            <pc:sldMk cId="2337555277" sldId="258"/>
            <ac:picMk id="1026" creationId="{21A113AC-6C6A-C95E-64FD-A1E8B6B66118}"/>
          </ac:picMkLst>
        </pc:picChg>
        <pc:picChg chg="mod">
          <ac:chgData name="Shareque, Mohammed Abdul" userId="S::mlnu41@thomasmore.edu::ad81411f-7270-4c2e-bdd6-f0f7c32f5a6a" providerId="AD" clId="Web-{FDEDA9AD-379E-3B43-B5AF-BF8D62971DEE}" dt="2025-03-17T18:48:55.103" v="2"/>
          <ac:picMkLst>
            <pc:docMk/>
            <pc:sldMk cId="2337555277" sldId="258"/>
            <ac:picMk id="1030" creationId="{1CF302C8-7A30-F94F-1790-5DB3E47A8FBD}"/>
          </ac:picMkLst>
        </pc:picChg>
        <pc:cxnChg chg="add">
          <ac:chgData name="Shareque, Mohammed Abdul" userId="S::mlnu41@thomasmore.edu::ad81411f-7270-4c2e-bdd6-f0f7c32f5a6a" providerId="AD" clId="Web-{FDEDA9AD-379E-3B43-B5AF-BF8D62971DEE}" dt="2025-03-17T18:48:55.103" v="2"/>
          <ac:cxnSpMkLst>
            <pc:docMk/>
            <pc:sldMk cId="2337555277" sldId="258"/>
            <ac:cxnSpMk id="1037" creationId="{EEA38897-7BA3-4408-8083-3235339C4A60}"/>
          </ac:cxnSpMkLst>
        </pc:cxnChg>
        <pc:cxnChg chg="add">
          <ac:chgData name="Shareque, Mohammed Abdul" userId="S::mlnu41@thomasmore.edu::ad81411f-7270-4c2e-bdd6-f0f7c32f5a6a" providerId="AD" clId="Web-{FDEDA9AD-379E-3B43-B5AF-BF8D62971DEE}" dt="2025-03-17T18:48:55.103" v="2"/>
          <ac:cxnSpMkLst>
            <pc:docMk/>
            <pc:sldMk cId="2337555277" sldId="258"/>
            <ac:cxnSpMk id="1039" creationId="{CA240C79-242E-4918-9F28-B101847D1CC6}"/>
          </ac:cxnSpMkLst>
        </pc:cxnChg>
        <pc:cxnChg chg="add">
          <ac:chgData name="Shareque, Mohammed Abdul" userId="S::mlnu41@thomasmore.edu::ad81411f-7270-4c2e-bdd6-f0f7c32f5a6a" providerId="AD" clId="Web-{FDEDA9AD-379E-3B43-B5AF-BF8D62971DEE}" dt="2025-03-17T18:48:55.103" v="2"/>
          <ac:cxnSpMkLst>
            <pc:docMk/>
            <pc:sldMk cId="2337555277" sldId="258"/>
            <ac:cxnSpMk id="1041" creationId="{F11AD06B-AB20-4097-8606-5DA00DBACE88}"/>
          </ac:cxnSpMkLst>
        </pc:cxnChg>
      </pc:sldChg>
      <pc:sldChg chg="addSp modSp mod setBg">
        <pc:chgData name="Shareque, Mohammed Abdul" userId="S::mlnu41@thomasmore.edu::ad81411f-7270-4c2e-bdd6-f0f7c32f5a6a" providerId="AD" clId="Web-{FDEDA9AD-379E-3B43-B5AF-BF8D62971DEE}" dt="2025-03-17T18:49:06.041" v="3"/>
        <pc:sldMkLst>
          <pc:docMk/>
          <pc:sldMk cId="3417808830" sldId="259"/>
        </pc:sldMkLst>
        <pc:spChg chg="mod">
          <ac:chgData name="Shareque, Mohammed Abdul" userId="S::mlnu41@thomasmore.edu::ad81411f-7270-4c2e-bdd6-f0f7c32f5a6a" providerId="AD" clId="Web-{FDEDA9AD-379E-3B43-B5AF-BF8D62971DEE}" dt="2025-03-17T18:49:06.041" v="3"/>
          <ac:spMkLst>
            <pc:docMk/>
            <pc:sldMk cId="3417808830" sldId="259"/>
            <ac:spMk id="2" creationId="{DAC713B8-260D-B5F0-B84F-1872B16E6A64}"/>
          </ac:spMkLst>
        </pc:spChg>
        <pc:spChg chg="mod">
          <ac:chgData name="Shareque, Mohammed Abdul" userId="S::mlnu41@thomasmore.edu::ad81411f-7270-4c2e-bdd6-f0f7c32f5a6a" providerId="AD" clId="Web-{FDEDA9AD-379E-3B43-B5AF-BF8D62971DEE}" dt="2025-03-17T18:49:06.041" v="3"/>
          <ac:spMkLst>
            <pc:docMk/>
            <pc:sldMk cId="3417808830" sldId="259"/>
            <ac:spMk id="3" creationId="{DDD564F0-D66D-284E-134E-5A2FA47057CE}"/>
          </ac:spMkLst>
        </pc:spChg>
        <pc:spChg chg="add">
          <ac:chgData name="Shareque, Mohammed Abdul" userId="S::mlnu41@thomasmore.edu::ad81411f-7270-4c2e-bdd6-f0f7c32f5a6a" providerId="AD" clId="Web-{FDEDA9AD-379E-3B43-B5AF-BF8D62971DEE}" dt="2025-03-17T18:49:06.041" v="3"/>
          <ac:spMkLst>
            <pc:docMk/>
            <pc:sldMk cId="3417808830" sldId="259"/>
            <ac:spMk id="2057" creationId="{5A0118C5-4F8D-4CF4-BADD-53FEACC6C42A}"/>
          </ac:spMkLst>
        </pc:spChg>
        <pc:spChg chg="add">
          <ac:chgData name="Shareque, Mohammed Abdul" userId="S::mlnu41@thomasmore.edu::ad81411f-7270-4c2e-bdd6-f0f7c32f5a6a" providerId="AD" clId="Web-{FDEDA9AD-379E-3B43-B5AF-BF8D62971DEE}" dt="2025-03-17T18:49:06.041" v="3"/>
          <ac:spMkLst>
            <pc:docMk/>
            <pc:sldMk cId="3417808830" sldId="259"/>
            <ac:spMk id="2074" creationId="{C4C270DE-0BEB-4372-B440-7EADA6FAFA55}"/>
          </ac:spMkLst>
        </pc:spChg>
        <pc:spChg chg="add">
          <ac:chgData name="Shareque, Mohammed Abdul" userId="S::mlnu41@thomasmore.edu::ad81411f-7270-4c2e-bdd6-f0f7c32f5a6a" providerId="AD" clId="Web-{FDEDA9AD-379E-3B43-B5AF-BF8D62971DEE}" dt="2025-03-17T18:49:06.041" v="3"/>
          <ac:spMkLst>
            <pc:docMk/>
            <pc:sldMk cId="3417808830" sldId="259"/>
            <ac:spMk id="2076" creationId="{757ACA0C-8702-4043-8D4D-582EAEDF1CF8}"/>
          </ac:spMkLst>
        </pc:spChg>
        <pc:grpChg chg="add">
          <ac:chgData name="Shareque, Mohammed Abdul" userId="S::mlnu41@thomasmore.edu::ad81411f-7270-4c2e-bdd6-f0f7c32f5a6a" providerId="AD" clId="Web-{FDEDA9AD-379E-3B43-B5AF-BF8D62971DEE}" dt="2025-03-17T18:49:06.041" v="3"/>
          <ac:grpSpMkLst>
            <pc:docMk/>
            <pc:sldMk cId="3417808830" sldId="259"/>
            <ac:grpSpMk id="2059" creationId="{D92F9A1A-77F4-4E16-958B-64BB489FFEBC}"/>
          </ac:grpSpMkLst>
        </pc:grpChg>
        <pc:picChg chg="mod">
          <ac:chgData name="Shareque, Mohammed Abdul" userId="S::mlnu41@thomasmore.edu::ad81411f-7270-4c2e-bdd6-f0f7c32f5a6a" providerId="AD" clId="Web-{FDEDA9AD-379E-3B43-B5AF-BF8D62971DEE}" dt="2025-03-17T18:49:06.041" v="3"/>
          <ac:picMkLst>
            <pc:docMk/>
            <pc:sldMk cId="3417808830" sldId="259"/>
            <ac:picMk id="2050" creationId="{EE1C20CA-CD78-FA04-3831-02FBFA8F7B0C}"/>
          </ac:picMkLst>
        </pc:picChg>
        <pc:picChg chg="mod">
          <ac:chgData name="Shareque, Mohammed Abdul" userId="S::mlnu41@thomasmore.edu::ad81411f-7270-4c2e-bdd6-f0f7c32f5a6a" providerId="AD" clId="Web-{FDEDA9AD-379E-3B43-B5AF-BF8D62971DEE}" dt="2025-03-17T18:49:06.041" v="3"/>
          <ac:picMkLst>
            <pc:docMk/>
            <pc:sldMk cId="3417808830" sldId="259"/>
            <ac:picMk id="2052" creationId="{BAEEAA56-D8C7-1CDA-A543-F919F734768F}"/>
          </ac:picMkLst>
        </pc:picChg>
      </pc:sldChg>
      <pc:sldChg chg="addSp modSp mod setBg">
        <pc:chgData name="Shareque, Mohammed Abdul" userId="S::mlnu41@thomasmore.edu::ad81411f-7270-4c2e-bdd6-f0f7c32f5a6a" providerId="AD" clId="Web-{FDEDA9AD-379E-3B43-B5AF-BF8D62971DEE}" dt="2025-03-17T18:49:15.573" v="4"/>
        <pc:sldMkLst>
          <pc:docMk/>
          <pc:sldMk cId="729507966" sldId="260"/>
        </pc:sldMkLst>
        <pc:spChg chg="mod">
          <ac:chgData name="Shareque, Mohammed Abdul" userId="S::mlnu41@thomasmore.edu::ad81411f-7270-4c2e-bdd6-f0f7c32f5a6a" providerId="AD" clId="Web-{FDEDA9AD-379E-3B43-B5AF-BF8D62971DEE}" dt="2025-03-17T18:49:15.573" v="4"/>
          <ac:spMkLst>
            <pc:docMk/>
            <pc:sldMk cId="729507966" sldId="260"/>
            <ac:spMk id="2" creationId="{4E5677C5-C02E-34A1-3A5D-29F00DD48A96}"/>
          </ac:spMkLst>
        </pc:spChg>
        <pc:spChg chg="mod">
          <ac:chgData name="Shareque, Mohammed Abdul" userId="S::mlnu41@thomasmore.edu::ad81411f-7270-4c2e-bdd6-f0f7c32f5a6a" providerId="AD" clId="Web-{FDEDA9AD-379E-3B43-B5AF-BF8D62971DEE}" dt="2025-03-17T18:49:15.573" v="4"/>
          <ac:spMkLst>
            <pc:docMk/>
            <pc:sldMk cId="729507966" sldId="260"/>
            <ac:spMk id="3" creationId="{8290D196-A844-3E15-FB1F-F34BB9CC065C}"/>
          </ac:spMkLst>
        </pc:spChg>
        <pc:spChg chg="add">
          <ac:chgData name="Shareque, Mohammed Abdul" userId="S::mlnu41@thomasmore.edu::ad81411f-7270-4c2e-bdd6-f0f7c32f5a6a" providerId="AD" clId="Web-{FDEDA9AD-379E-3B43-B5AF-BF8D62971DEE}" dt="2025-03-17T18:49:15.573" v="4"/>
          <ac:spMkLst>
            <pc:docMk/>
            <pc:sldMk cId="729507966" sldId="260"/>
            <ac:spMk id="3081" creationId="{5A0118C5-4F8D-4CF4-BADD-53FEACC6C42A}"/>
          </ac:spMkLst>
        </pc:spChg>
        <pc:spChg chg="add">
          <ac:chgData name="Shareque, Mohammed Abdul" userId="S::mlnu41@thomasmore.edu::ad81411f-7270-4c2e-bdd6-f0f7c32f5a6a" providerId="AD" clId="Web-{FDEDA9AD-379E-3B43-B5AF-BF8D62971DEE}" dt="2025-03-17T18:49:15.573" v="4"/>
          <ac:spMkLst>
            <pc:docMk/>
            <pc:sldMk cId="729507966" sldId="260"/>
            <ac:spMk id="3098" creationId="{C4C270DE-0BEB-4372-B440-7EADA6FAFA55}"/>
          </ac:spMkLst>
        </pc:spChg>
        <pc:spChg chg="add">
          <ac:chgData name="Shareque, Mohammed Abdul" userId="S::mlnu41@thomasmore.edu::ad81411f-7270-4c2e-bdd6-f0f7c32f5a6a" providerId="AD" clId="Web-{FDEDA9AD-379E-3B43-B5AF-BF8D62971DEE}" dt="2025-03-17T18:49:15.573" v="4"/>
          <ac:spMkLst>
            <pc:docMk/>
            <pc:sldMk cId="729507966" sldId="260"/>
            <ac:spMk id="3100" creationId="{757ACA0C-8702-4043-8D4D-582EAEDF1CF8}"/>
          </ac:spMkLst>
        </pc:spChg>
        <pc:grpChg chg="add">
          <ac:chgData name="Shareque, Mohammed Abdul" userId="S::mlnu41@thomasmore.edu::ad81411f-7270-4c2e-bdd6-f0f7c32f5a6a" providerId="AD" clId="Web-{FDEDA9AD-379E-3B43-B5AF-BF8D62971DEE}" dt="2025-03-17T18:49:15.573" v="4"/>
          <ac:grpSpMkLst>
            <pc:docMk/>
            <pc:sldMk cId="729507966" sldId="260"/>
            <ac:grpSpMk id="3083" creationId="{D92F9A1A-77F4-4E16-958B-64BB489FFEBC}"/>
          </ac:grpSpMkLst>
        </pc:grpChg>
        <pc:picChg chg="mod">
          <ac:chgData name="Shareque, Mohammed Abdul" userId="S::mlnu41@thomasmore.edu::ad81411f-7270-4c2e-bdd6-f0f7c32f5a6a" providerId="AD" clId="Web-{FDEDA9AD-379E-3B43-B5AF-BF8D62971DEE}" dt="2025-03-17T18:49:15.573" v="4"/>
          <ac:picMkLst>
            <pc:docMk/>
            <pc:sldMk cId="729507966" sldId="260"/>
            <ac:picMk id="3074" creationId="{4FD32355-7FE3-B39A-EDE7-CC372A569E90}"/>
          </ac:picMkLst>
        </pc:picChg>
        <pc:picChg chg="mod">
          <ac:chgData name="Shareque, Mohammed Abdul" userId="S::mlnu41@thomasmore.edu::ad81411f-7270-4c2e-bdd6-f0f7c32f5a6a" providerId="AD" clId="Web-{FDEDA9AD-379E-3B43-B5AF-BF8D62971DEE}" dt="2025-03-17T18:49:15.573" v="4"/>
          <ac:picMkLst>
            <pc:docMk/>
            <pc:sldMk cId="729507966" sldId="260"/>
            <ac:picMk id="3076" creationId="{5BC834EB-24D5-1100-7A45-436AB30BC0F1}"/>
          </ac:picMkLst>
        </pc:picChg>
      </pc:sldChg>
      <pc:sldChg chg="addSp modSp mod setBg setClrOvrMap">
        <pc:chgData name="Shareque, Mohammed Abdul" userId="S::mlnu41@thomasmore.edu::ad81411f-7270-4c2e-bdd6-f0f7c32f5a6a" providerId="AD" clId="Web-{FDEDA9AD-379E-3B43-B5AF-BF8D62971DEE}" dt="2025-03-17T18:49:25.732" v="5"/>
        <pc:sldMkLst>
          <pc:docMk/>
          <pc:sldMk cId="3455735393" sldId="261"/>
        </pc:sldMkLst>
        <pc:spChg chg="mod">
          <ac:chgData name="Shareque, Mohammed Abdul" userId="S::mlnu41@thomasmore.edu::ad81411f-7270-4c2e-bdd6-f0f7c32f5a6a" providerId="AD" clId="Web-{FDEDA9AD-379E-3B43-B5AF-BF8D62971DEE}" dt="2025-03-17T18:49:25.732" v="5"/>
          <ac:spMkLst>
            <pc:docMk/>
            <pc:sldMk cId="3455735393" sldId="261"/>
            <ac:spMk id="2" creationId="{D6E2B395-C13A-C833-238C-F1AF0C1C8B0E}"/>
          </ac:spMkLst>
        </pc:spChg>
        <pc:spChg chg="mod">
          <ac:chgData name="Shareque, Mohammed Abdul" userId="S::mlnu41@thomasmore.edu::ad81411f-7270-4c2e-bdd6-f0f7c32f5a6a" providerId="AD" clId="Web-{FDEDA9AD-379E-3B43-B5AF-BF8D62971DEE}" dt="2025-03-17T18:49:25.732" v="5"/>
          <ac:spMkLst>
            <pc:docMk/>
            <pc:sldMk cId="3455735393" sldId="261"/>
            <ac:spMk id="3" creationId="{265434C9-7610-3224-4E95-C69C3543A20D}"/>
          </ac:spMkLst>
        </pc:spChg>
        <pc:spChg chg="add">
          <ac:chgData name="Shareque, Mohammed Abdul" userId="S::mlnu41@thomasmore.edu::ad81411f-7270-4c2e-bdd6-f0f7c32f5a6a" providerId="AD" clId="Web-{FDEDA9AD-379E-3B43-B5AF-BF8D62971DEE}" dt="2025-03-17T18:49:25.732" v="5"/>
          <ac:spMkLst>
            <pc:docMk/>
            <pc:sldMk cId="3455735393" sldId="261"/>
            <ac:spMk id="9" creationId="{9228552E-C8B1-4A80-8448-0787CE0FC704}"/>
          </ac:spMkLst>
        </pc:spChg>
        <pc:picChg chg="add">
          <ac:chgData name="Shareque, Mohammed Abdul" userId="S::mlnu41@thomasmore.edu::ad81411f-7270-4c2e-bdd6-f0f7c32f5a6a" providerId="AD" clId="Web-{FDEDA9AD-379E-3B43-B5AF-BF8D62971DEE}" dt="2025-03-17T18:49:25.732" v="5"/>
          <ac:picMkLst>
            <pc:docMk/>
            <pc:sldMk cId="3455735393" sldId="261"/>
            <ac:picMk id="5" creationId="{FFB4C05B-EA6C-C2F4-D719-CB0B486981B6}"/>
          </ac:picMkLst>
        </pc:picChg>
      </pc:sldChg>
      <pc:sldChg chg="addSp modSp mod setBg">
        <pc:chgData name="Shareque, Mohammed Abdul" userId="S::mlnu41@thomasmore.edu::ad81411f-7270-4c2e-bdd6-f0f7c32f5a6a" providerId="AD" clId="Web-{FDEDA9AD-379E-3B43-B5AF-BF8D62971DEE}" dt="2025-03-17T18:49:33.684" v="6"/>
        <pc:sldMkLst>
          <pc:docMk/>
          <pc:sldMk cId="2995112779" sldId="262"/>
        </pc:sldMkLst>
        <pc:spChg chg="mod">
          <ac:chgData name="Shareque, Mohammed Abdul" userId="S::mlnu41@thomasmore.edu::ad81411f-7270-4c2e-bdd6-f0f7c32f5a6a" providerId="AD" clId="Web-{FDEDA9AD-379E-3B43-B5AF-BF8D62971DEE}" dt="2025-03-17T18:49:33.684" v="6"/>
          <ac:spMkLst>
            <pc:docMk/>
            <pc:sldMk cId="2995112779" sldId="262"/>
            <ac:spMk id="2" creationId="{01B26AF8-E6AA-268F-F84F-1DA059A9F92B}"/>
          </ac:spMkLst>
        </pc:spChg>
        <pc:spChg chg="mod">
          <ac:chgData name="Shareque, Mohammed Abdul" userId="S::mlnu41@thomasmore.edu::ad81411f-7270-4c2e-bdd6-f0f7c32f5a6a" providerId="AD" clId="Web-{FDEDA9AD-379E-3B43-B5AF-BF8D62971DEE}" dt="2025-03-17T18:49:33.684" v="6"/>
          <ac:spMkLst>
            <pc:docMk/>
            <pc:sldMk cId="2995112779" sldId="262"/>
            <ac:spMk id="3" creationId="{9FE92A80-4374-E565-D7EE-EE67E7989F57}"/>
          </ac:spMkLst>
        </pc:spChg>
        <pc:spChg chg="add">
          <ac:chgData name="Shareque, Mohammed Abdul" userId="S::mlnu41@thomasmore.edu::ad81411f-7270-4c2e-bdd6-f0f7c32f5a6a" providerId="AD" clId="Web-{FDEDA9AD-379E-3B43-B5AF-BF8D62971DEE}" dt="2025-03-17T18:49:33.684" v="6"/>
          <ac:spMkLst>
            <pc:docMk/>
            <pc:sldMk cId="2995112779" sldId="262"/>
            <ac:spMk id="4103" creationId="{E8A8EAB8-D2FF-444D-B34B-7D32F106AD0E}"/>
          </ac:spMkLst>
        </pc:spChg>
        <pc:picChg chg="mod">
          <ac:chgData name="Shareque, Mohammed Abdul" userId="S::mlnu41@thomasmore.edu::ad81411f-7270-4c2e-bdd6-f0f7c32f5a6a" providerId="AD" clId="Web-{FDEDA9AD-379E-3B43-B5AF-BF8D62971DEE}" dt="2025-03-17T18:49:33.684" v="6"/>
          <ac:picMkLst>
            <pc:docMk/>
            <pc:sldMk cId="2995112779" sldId="262"/>
            <ac:picMk id="4098" creationId="{568F8DAB-A423-82AA-0FA5-7D071C92C1F4}"/>
          </ac:picMkLst>
        </pc:picChg>
        <pc:cxnChg chg="add">
          <ac:chgData name="Shareque, Mohammed Abdul" userId="S::mlnu41@thomasmore.edu::ad81411f-7270-4c2e-bdd6-f0f7c32f5a6a" providerId="AD" clId="Web-{FDEDA9AD-379E-3B43-B5AF-BF8D62971DEE}" dt="2025-03-17T18:49:33.684" v="6"/>
          <ac:cxnSpMkLst>
            <pc:docMk/>
            <pc:sldMk cId="2995112779" sldId="262"/>
            <ac:cxnSpMk id="4105" creationId="{EEA38897-7BA3-4408-8083-3235339C4A60}"/>
          </ac:cxnSpMkLst>
        </pc:cxnChg>
        <pc:cxnChg chg="add">
          <ac:chgData name="Shareque, Mohammed Abdul" userId="S::mlnu41@thomasmore.edu::ad81411f-7270-4c2e-bdd6-f0f7c32f5a6a" providerId="AD" clId="Web-{FDEDA9AD-379E-3B43-B5AF-BF8D62971DEE}" dt="2025-03-17T18:49:33.684" v="6"/>
          <ac:cxnSpMkLst>
            <pc:docMk/>
            <pc:sldMk cId="2995112779" sldId="262"/>
            <ac:cxnSpMk id="4107" creationId="{F11AD06B-AB20-4097-8606-5DA00DBACE88}"/>
          </ac:cxnSpMkLst>
        </pc:cxnChg>
      </pc:sldChg>
      <pc:sldChg chg="addSp modSp mod setBg">
        <pc:chgData name="Shareque, Mohammed Abdul" userId="S::mlnu41@thomasmore.edu::ad81411f-7270-4c2e-bdd6-f0f7c32f5a6a" providerId="AD" clId="Web-{FDEDA9AD-379E-3B43-B5AF-BF8D62971DEE}" dt="2025-03-17T18:49:42.747" v="7"/>
        <pc:sldMkLst>
          <pc:docMk/>
          <pc:sldMk cId="381814622" sldId="263"/>
        </pc:sldMkLst>
        <pc:spChg chg="mod">
          <ac:chgData name="Shareque, Mohammed Abdul" userId="S::mlnu41@thomasmore.edu::ad81411f-7270-4c2e-bdd6-f0f7c32f5a6a" providerId="AD" clId="Web-{FDEDA9AD-379E-3B43-B5AF-BF8D62971DEE}" dt="2025-03-17T18:49:42.747" v="7"/>
          <ac:spMkLst>
            <pc:docMk/>
            <pc:sldMk cId="381814622" sldId="263"/>
            <ac:spMk id="2" creationId="{45B6E31C-2F7B-3E69-4221-610DBB404B7F}"/>
          </ac:spMkLst>
        </pc:spChg>
        <pc:spChg chg="mod">
          <ac:chgData name="Shareque, Mohammed Abdul" userId="S::mlnu41@thomasmore.edu::ad81411f-7270-4c2e-bdd6-f0f7c32f5a6a" providerId="AD" clId="Web-{FDEDA9AD-379E-3B43-B5AF-BF8D62971DEE}" dt="2025-03-17T18:49:42.747" v="7"/>
          <ac:spMkLst>
            <pc:docMk/>
            <pc:sldMk cId="381814622" sldId="263"/>
            <ac:spMk id="3" creationId="{15A73EED-D1F9-FFFF-F4E6-9A3BD5B66A65}"/>
          </ac:spMkLst>
        </pc:spChg>
        <pc:spChg chg="add">
          <ac:chgData name="Shareque, Mohammed Abdul" userId="S::mlnu41@thomasmore.edu::ad81411f-7270-4c2e-bdd6-f0f7c32f5a6a" providerId="AD" clId="Web-{FDEDA9AD-379E-3B43-B5AF-BF8D62971DEE}" dt="2025-03-17T18:49:42.747" v="7"/>
          <ac:spMkLst>
            <pc:docMk/>
            <pc:sldMk cId="381814622" sldId="263"/>
            <ac:spMk id="8" creationId="{E8A8EAB8-D2FF-444D-B34B-7D32F106AD0E}"/>
          </ac:spMkLst>
        </pc:spChg>
        <pc:cxnChg chg="add">
          <ac:chgData name="Shareque, Mohammed Abdul" userId="S::mlnu41@thomasmore.edu::ad81411f-7270-4c2e-bdd6-f0f7c32f5a6a" providerId="AD" clId="Web-{FDEDA9AD-379E-3B43-B5AF-BF8D62971DEE}" dt="2025-03-17T18:49:42.747" v="7"/>
          <ac:cxnSpMkLst>
            <pc:docMk/>
            <pc:sldMk cId="381814622" sldId="263"/>
            <ac:cxnSpMk id="10" creationId="{067633D1-6EE6-4118-B9F0-B363477BEE7A}"/>
          </ac:cxnSpMkLst>
        </pc:cxnChg>
        <pc:cxnChg chg="add">
          <ac:chgData name="Shareque, Mohammed Abdul" userId="S::mlnu41@thomasmore.edu::ad81411f-7270-4c2e-bdd6-f0f7c32f5a6a" providerId="AD" clId="Web-{FDEDA9AD-379E-3B43-B5AF-BF8D62971DEE}" dt="2025-03-17T18:49:42.747" v="7"/>
          <ac:cxnSpMkLst>
            <pc:docMk/>
            <pc:sldMk cId="381814622" sldId="263"/>
            <ac:cxnSpMk id="12" creationId="{4AD7FFC6-42A9-49CB-B5E9-B3F6B038331B}"/>
          </ac:cxnSpMkLst>
        </pc:cxnChg>
      </pc:sldChg>
      <pc:sldChg chg="addSp delSp modSp new mod setBg setClrOvrMap">
        <pc:chgData name="Shareque, Mohammed Abdul" userId="S::mlnu41@thomasmore.edu::ad81411f-7270-4c2e-bdd6-f0f7c32f5a6a" providerId="AD" clId="Web-{FDEDA9AD-379E-3B43-B5AF-BF8D62971DEE}" dt="2025-03-17T18:50:57.143" v="30"/>
        <pc:sldMkLst>
          <pc:docMk/>
          <pc:sldMk cId="1405302170" sldId="264"/>
        </pc:sldMkLst>
        <pc:spChg chg="mod">
          <ac:chgData name="Shareque, Mohammed Abdul" userId="S::mlnu41@thomasmore.edu::ad81411f-7270-4c2e-bdd6-f0f7c32f5a6a" providerId="AD" clId="Web-{FDEDA9AD-379E-3B43-B5AF-BF8D62971DEE}" dt="2025-03-17T18:50:57.143" v="30"/>
          <ac:spMkLst>
            <pc:docMk/>
            <pc:sldMk cId="1405302170" sldId="264"/>
            <ac:spMk id="2" creationId="{15F9565F-EB01-D8E4-A8B1-468C2F07C4F7}"/>
          </ac:spMkLst>
        </pc:spChg>
        <pc:spChg chg="del mod">
          <ac:chgData name="Shareque, Mohammed Abdul" userId="S::mlnu41@thomasmore.edu::ad81411f-7270-4c2e-bdd6-f0f7c32f5a6a" providerId="AD" clId="Web-{FDEDA9AD-379E-3B43-B5AF-BF8D62971DEE}" dt="2025-03-17T18:50:37.189" v="25"/>
          <ac:spMkLst>
            <pc:docMk/>
            <pc:sldMk cId="1405302170" sldId="264"/>
            <ac:spMk id="3" creationId="{0218A1A1-3C7E-A055-452F-E39EA77DCA93}"/>
          </ac:spMkLst>
        </pc:spChg>
        <pc:spChg chg="add del">
          <ac:chgData name="Shareque, Mohammed Abdul" userId="S::mlnu41@thomasmore.edu::ad81411f-7270-4c2e-bdd6-f0f7c32f5a6a" providerId="AD" clId="Web-{FDEDA9AD-379E-3B43-B5AF-BF8D62971DEE}" dt="2025-03-17T18:50:49.768" v="27"/>
          <ac:spMkLst>
            <pc:docMk/>
            <pc:sldMk cId="1405302170" sldId="264"/>
            <ac:spMk id="4" creationId="{FB5B0058-AF13-4859-B429-4EDDE2A26F7F}"/>
          </ac:spMkLst>
        </pc:spChg>
        <pc:spChg chg="add del">
          <ac:chgData name="Shareque, Mohammed Abdul" userId="S::mlnu41@thomasmore.edu::ad81411f-7270-4c2e-bdd6-f0f7c32f5a6a" providerId="AD" clId="Web-{FDEDA9AD-379E-3B43-B5AF-BF8D62971DEE}" dt="2025-03-17T18:50:57.128" v="29"/>
          <ac:spMkLst>
            <pc:docMk/>
            <pc:sldMk cId="1405302170" sldId="264"/>
            <ac:spMk id="8" creationId="{71B2258F-86CA-4D4D-8270-BC05FCDEBFB3}"/>
          </ac:spMkLst>
        </pc:spChg>
        <pc:spChg chg="add del">
          <ac:chgData name="Shareque, Mohammed Abdul" userId="S::mlnu41@thomasmore.edu::ad81411f-7270-4c2e-bdd6-f0f7c32f5a6a" providerId="AD" clId="Web-{FDEDA9AD-379E-3B43-B5AF-BF8D62971DEE}" dt="2025-03-17T18:50:24.391" v="20"/>
          <ac:spMkLst>
            <pc:docMk/>
            <pc:sldMk cId="1405302170" sldId="264"/>
            <ac:spMk id="10" creationId="{E8A8EAB8-D2FF-444D-B34B-7D32F106AD0E}"/>
          </ac:spMkLst>
        </pc:spChg>
        <pc:spChg chg="add">
          <ac:chgData name="Shareque, Mohammed Abdul" userId="S::mlnu41@thomasmore.edu::ad81411f-7270-4c2e-bdd6-f0f7c32f5a6a" providerId="AD" clId="Web-{FDEDA9AD-379E-3B43-B5AF-BF8D62971DEE}" dt="2025-03-17T18:50:57.143" v="30"/>
          <ac:spMkLst>
            <pc:docMk/>
            <pc:sldMk cId="1405302170" sldId="264"/>
            <ac:spMk id="15" creationId="{FB5B0058-AF13-4859-B429-4EDDE2A26F7F}"/>
          </ac:spMkLst>
        </pc:spChg>
        <pc:spChg chg="add">
          <ac:chgData name="Shareque, Mohammed Abdul" userId="S::mlnu41@thomasmore.edu::ad81411f-7270-4c2e-bdd6-f0f7c32f5a6a" providerId="AD" clId="Web-{FDEDA9AD-379E-3B43-B5AF-BF8D62971DEE}" dt="2025-03-17T18:50:57.143" v="30"/>
          <ac:spMkLst>
            <pc:docMk/>
            <pc:sldMk cId="1405302170" sldId="264"/>
            <ac:spMk id="17" creationId="{9358801C-1E89-48FF-B14F-D76A2EA14C8E}"/>
          </ac:spMkLst>
        </pc:spChg>
        <pc:picChg chg="add del">
          <ac:chgData name="Shareque, Mohammed Abdul" userId="S::mlnu41@thomasmore.edu::ad81411f-7270-4c2e-bdd6-f0f7c32f5a6a" providerId="AD" clId="Web-{FDEDA9AD-379E-3B43-B5AF-BF8D62971DEE}" dt="2025-03-17T18:50:24.391" v="20"/>
          <ac:picMkLst>
            <pc:docMk/>
            <pc:sldMk cId="1405302170" sldId="264"/>
            <ac:picMk id="7" creationId="{ED52689A-8BEF-E55F-ABC0-B0F3F7EB0652}"/>
          </ac:picMkLst>
        </pc:picChg>
        <pc:picChg chg="add del">
          <ac:chgData name="Shareque, Mohammed Abdul" userId="S::mlnu41@thomasmore.edu::ad81411f-7270-4c2e-bdd6-f0f7c32f5a6a" providerId="AD" clId="Web-{FDEDA9AD-379E-3B43-B5AF-BF8D62971DEE}" dt="2025-03-17T18:50:57.128" v="29"/>
          <ac:picMkLst>
            <pc:docMk/>
            <pc:sldMk cId="1405302170" sldId="264"/>
            <ac:picMk id="13" creationId="{BB67D269-5EB6-4160-A154-47F6E151BF51}"/>
          </ac:picMkLst>
        </pc:picChg>
        <pc:cxnChg chg="add del">
          <ac:chgData name="Shareque, Mohammed Abdul" userId="S::mlnu41@thomasmore.edu::ad81411f-7270-4c2e-bdd6-f0f7c32f5a6a" providerId="AD" clId="Web-{FDEDA9AD-379E-3B43-B5AF-BF8D62971DEE}" dt="2025-03-17T18:50:49.768" v="27"/>
          <ac:cxnSpMkLst>
            <pc:docMk/>
            <pc:sldMk cId="1405302170" sldId="264"/>
            <ac:cxnSpMk id="9" creationId="{EC4521DE-248E-440D-AAD6-FD9E7D34B3BF}"/>
          </ac:cxnSpMkLst>
        </pc:cxnChg>
        <pc:cxnChg chg="add del">
          <ac:chgData name="Shareque, Mohammed Abdul" userId="S::mlnu41@thomasmore.edu::ad81411f-7270-4c2e-bdd6-f0f7c32f5a6a" providerId="AD" clId="Web-{FDEDA9AD-379E-3B43-B5AF-BF8D62971DEE}" dt="2025-03-17T18:50:49.768" v="27"/>
          <ac:cxnSpMkLst>
            <pc:docMk/>
            <pc:sldMk cId="1405302170" sldId="264"/>
            <ac:cxnSpMk id="11" creationId="{442C13FA-4C0F-42D0-9626-5BA6040D8C31}"/>
          </ac:cxnSpMkLst>
        </pc:cxnChg>
        <pc:cxnChg chg="add del">
          <ac:chgData name="Shareque, Mohammed Abdul" userId="S::mlnu41@thomasmore.edu::ad81411f-7270-4c2e-bdd6-f0f7c32f5a6a" providerId="AD" clId="Web-{FDEDA9AD-379E-3B43-B5AF-BF8D62971DEE}" dt="2025-03-17T18:50:24.391" v="20"/>
          <ac:cxnSpMkLst>
            <pc:docMk/>
            <pc:sldMk cId="1405302170" sldId="264"/>
            <ac:cxnSpMk id="12" creationId="{EEA38897-7BA3-4408-8083-3235339C4A60}"/>
          </ac:cxnSpMkLst>
        </pc:cxnChg>
        <pc:cxnChg chg="add del">
          <ac:chgData name="Shareque, Mohammed Abdul" userId="S::mlnu41@thomasmore.edu::ad81411f-7270-4c2e-bdd6-f0f7c32f5a6a" providerId="AD" clId="Web-{FDEDA9AD-379E-3B43-B5AF-BF8D62971DEE}" dt="2025-03-17T18:50:24.391" v="20"/>
          <ac:cxnSpMkLst>
            <pc:docMk/>
            <pc:sldMk cId="1405302170" sldId="264"/>
            <ac:cxnSpMk id="14" creationId="{F11AD06B-AB20-4097-8606-5DA00DBACE88}"/>
          </ac:cxnSpMkLst>
        </pc:cxnChg>
        <pc:cxnChg chg="add">
          <ac:chgData name="Shareque, Mohammed Abdul" userId="S::mlnu41@thomasmore.edu::ad81411f-7270-4c2e-bdd6-f0f7c32f5a6a" providerId="AD" clId="Web-{FDEDA9AD-379E-3B43-B5AF-BF8D62971DEE}" dt="2025-03-17T18:50:57.143" v="30"/>
          <ac:cxnSpMkLst>
            <pc:docMk/>
            <pc:sldMk cId="1405302170" sldId="264"/>
            <ac:cxnSpMk id="16" creationId="{FEA8332D-EA74-40A2-8709-00EDB23792E1}"/>
          </ac:cxnSpMkLst>
        </pc:cxnChg>
        <pc:cxnChg chg="add">
          <ac:chgData name="Shareque, Mohammed Abdul" userId="S::mlnu41@thomasmore.edu::ad81411f-7270-4c2e-bdd6-f0f7c32f5a6a" providerId="AD" clId="Web-{FDEDA9AD-379E-3B43-B5AF-BF8D62971DEE}" dt="2025-03-17T18:50:57.143" v="30"/>
          <ac:cxnSpMkLst>
            <pc:docMk/>
            <pc:sldMk cId="1405302170" sldId="264"/>
            <ac:cxnSpMk id="18" creationId="{AB88284F-ED00-40CA-B57D-89C49E8EC6E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B85D3-D3CA-4045-F1CC-1DEF5BE00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E17C6-BF93-9D9B-D450-44EB80071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C1FEC-C70A-E533-E054-12AEF7B8E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3662-3E04-48A0-A7D3-7F45A12C9891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7F08D-2322-78B3-68B0-B59E1B725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8EADD-895A-6759-41A4-C21C5BE41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E09A-5ABF-42DF-B58C-B3CF59957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096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2B1EA-B1C0-D98D-6450-453C13037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C5322-EA53-104C-3F12-F3782CC7E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43EAC-4A7E-6542-B27A-63F4154A8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3662-3E04-48A0-A7D3-7F45A12C9891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63C14-F884-398C-8F23-CCFAADB03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770AD-834C-6C00-5994-88F5B1684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E09A-5ABF-42DF-B58C-B3CF59957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147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6522C-69C8-65E6-449C-7C152C27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4C86D-2107-F2C8-7DC5-D341F580B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1B3EB-EC29-C01A-FBDE-C4EA58F2B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3662-3E04-48A0-A7D3-7F45A12C9891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288F2-673A-9285-DEEC-A55636BE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7CA81-0618-B013-6336-7D147A761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E09A-5ABF-42DF-B58C-B3CF59957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11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5F568-9E14-A493-E59F-3AD99FC10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4B1FF-BB15-41F5-9AAD-93BF4DB92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FD98A-C7BD-8377-8AC4-E9B0D519F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37137-6C0C-228C-B443-98F64BE2F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3662-3E04-48A0-A7D3-7F45A12C9891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08101-39ED-CC17-7D3C-5D4BF4269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A5F0B-C99E-A7B3-E837-2C8C2CB98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E09A-5ABF-42DF-B58C-B3CF59957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809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7DACA-9480-62B4-7C22-4FC2A2878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C5167-5867-5A1D-4D20-65862277B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88148-B2A4-A6F5-8618-BDA9049CF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B47125-20D1-D8D6-46F7-F033359E05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C8BC4-66E3-5C5D-3FCF-5405886ACE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45424D-FB96-8662-554E-D59CCA743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3662-3E04-48A0-A7D3-7F45A12C9891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7129AC-F584-8300-0737-91F70BCD6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BB02DE-1C76-EB82-95D6-9220E5A1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E09A-5ABF-42DF-B58C-B3CF59957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705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1F10F-A13C-62B9-1DDD-B209987AC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93FEA4-0157-5F83-F986-E3905136E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3662-3E04-48A0-A7D3-7F45A12C9891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3C1058-C852-744C-393F-775449889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89DB6-5673-0CCF-CDFB-B412754B2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E09A-5ABF-42DF-B58C-B3CF59957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773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B4EC4-19BC-66EF-E529-6F3A3020C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3662-3E04-48A0-A7D3-7F45A12C9891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42C84-9E6C-A29D-2F68-72ABCE744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42577-BB25-DF72-FDDC-6AC7E331E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E09A-5ABF-42DF-B58C-B3CF59957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51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B902A-A89B-57EA-0CC7-CE3E29271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B0C14-7F3C-2021-2D8A-1BAFA2DFF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D33B1-2792-CE52-D704-1609E8CDC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4708A-FF96-8638-795E-6040269C5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3662-3E04-48A0-A7D3-7F45A12C9891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0EAD2-BF41-D236-5B27-F04E6C5E8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0F82-FBC4-BB33-B255-1B33E9CDF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E09A-5ABF-42DF-B58C-B3CF59957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296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FF05D-92C0-2AAA-522D-E9774BD9F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B5581-7E3C-8855-A95D-3B386B883C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50817-A377-CB42-736E-D9D5C4E76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D0F76-423F-820C-D5C6-19EF13EDB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3662-3E04-48A0-A7D3-7F45A12C9891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D7ADD-0865-FE30-5D3E-B40E59066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25719-D003-BCD6-775B-1DBDD9226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E09A-5ABF-42DF-B58C-B3CF59957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664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6D041-1FE1-5167-DF1B-BE8FF9ABF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57198-8D10-EE2F-4819-33E26A673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05BC-0C21-9F85-5426-7B10D228C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3662-3E04-48A0-A7D3-7F45A12C9891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BA97C-8908-59A7-2D0A-3A239C19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EE9AD-9A93-6F01-38EA-11A4CD3CD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E09A-5ABF-42DF-B58C-B3CF59957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289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1E68CF-0533-5307-0E84-197671CA4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F3A0F-2711-CC35-2A63-A06AF582E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DB89F-F84E-3B24-119E-3151231DF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E3662-3E04-48A0-A7D3-7F45A12C9891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14DCE-D7F3-818A-CA5C-49B180344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65F23-3B9C-B7F7-31B5-8E889368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E09A-5ABF-42DF-B58C-B3CF59957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732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64016A-1005-3FE6-2919-B9D5D2BF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8FE75-52E7-D458-0D3B-0EC9DF541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99F92-E7A3-FB0A-9B21-82C6909C9B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E3662-3E04-48A0-A7D3-7F45A12C9891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09656-F4BF-45C9-AAFF-C76D30CF2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41239-F0A2-0D60-137B-A600097F6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EE09A-5ABF-42DF-B58C-B3CF59957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933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alysing medical x-ray results">
            <a:extLst>
              <a:ext uri="{FF2B5EF4-FFF2-40B4-BE49-F238E27FC236}">
                <a16:creationId xmlns:a16="http://schemas.microsoft.com/office/drawing/2014/main" id="{19098620-4ACD-3FF7-A979-136360AA6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605" r="-2" b="-2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B2155D-51A3-706A-AC4B-036CAB777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AI-Powered Medical Diagnosis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EC955B-77D2-B43D-E1CE-F33B284AC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Enhancing Healthcare Accessibility and Accuracy</a:t>
            </a:r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8720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alysing medical x-ray results">
            <a:extLst>
              <a:ext uri="{FF2B5EF4-FFF2-40B4-BE49-F238E27FC236}">
                <a16:creationId xmlns:a16="http://schemas.microsoft.com/office/drawing/2014/main" id="{E284F887-3024-4DF7-A719-D08C12A3FE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5605" r="-2" b="-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283D12-14F5-6D68-9186-FC1A801B7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857EC-D3A4-B7F1-A903-10DD587EB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Time constraints and diagnostic errors in healthcare.</a:t>
            </a:r>
          </a:p>
          <a:p>
            <a:r>
              <a:rPr lang="en-US">
                <a:solidFill>
                  <a:srgbClr val="FFFFFF"/>
                </a:solidFill>
              </a:rPr>
              <a:t>Lack of access to medical specialists in underserved/remote areas.</a:t>
            </a:r>
          </a:p>
          <a:p>
            <a:r>
              <a:rPr lang="en-US">
                <a:solidFill>
                  <a:srgbClr val="FFFFFF"/>
                </a:solidFill>
              </a:rPr>
              <a:t>Identified disease may be delayed, resulting in poor patient outcomes.</a:t>
            </a:r>
          </a:p>
          <a:p>
            <a:r>
              <a:rPr lang="en-US">
                <a:solidFill>
                  <a:srgbClr val="FFFFFF"/>
                </a:solidFill>
              </a:rPr>
              <a:t>Growing need for healthcare services vs. shortage of professionals.</a:t>
            </a:r>
          </a:p>
          <a:p>
            <a:r>
              <a:rPr lang="en-US">
                <a:solidFill>
                  <a:srgbClr val="FFFFFF"/>
                </a:solidFill>
              </a:rPr>
              <a:t>The necessity for a solution to enhance diagnosis speed and accuracy.</a:t>
            </a:r>
          </a:p>
          <a:p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9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6EC809-FDAB-6E93-9E7E-2843B0061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11412-25B7-5F5E-142E-61C782C03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en-IN" sz="3800">
                <a:solidFill>
                  <a:schemeClr val="bg1"/>
                </a:solidFill>
              </a:rPr>
              <a:t>Solution Overview</a:t>
            </a:r>
          </a:p>
        </p:txBody>
      </p: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299A1-82F8-8DE7-31AE-E5F7EC02B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AI-powered application for faster and more accurate diagnosis.</a:t>
            </a:r>
          </a:p>
          <a:p>
            <a:r>
              <a:rPr lang="en-US" sz="2000">
                <a:solidFill>
                  <a:schemeClr val="bg1"/>
                </a:solidFill>
              </a:rPr>
              <a:t>NLP is used to get patients to input symptoms by text or voice.</a:t>
            </a:r>
          </a:p>
          <a:p>
            <a:r>
              <a:rPr lang="en-US" sz="2000">
                <a:solidFill>
                  <a:schemeClr val="bg1"/>
                </a:solidFill>
              </a:rPr>
              <a:t>Confidence scores are given to the diseases suggested by the machine learning models.</a:t>
            </a:r>
          </a:p>
          <a:p>
            <a:r>
              <a:rPr lang="en-US" sz="2000">
                <a:solidFill>
                  <a:schemeClr val="bg1"/>
                </a:solidFill>
              </a:rPr>
              <a:t>It empowers healthcare professionals and patients with quick insights.</a:t>
            </a:r>
          </a:p>
          <a:p>
            <a:r>
              <a:rPr lang="en-US" sz="2000">
                <a:solidFill>
                  <a:schemeClr val="bg1"/>
                </a:solidFill>
              </a:rPr>
              <a:t>Integration with wearable devices for real-time monitoring.</a:t>
            </a:r>
          </a:p>
          <a:p>
            <a:endParaRPr lang="en-IN" sz="2000">
              <a:solidFill>
                <a:schemeClr val="bg1"/>
              </a:solidFill>
            </a:endParaRPr>
          </a:p>
        </p:txBody>
      </p:sp>
      <p:pic>
        <p:nvPicPr>
          <p:cNvPr id="1026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A113AC-6C6A-C95E-64FD-A1E8B6B66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6" r="5153" b="-1"/>
          <a:stretch/>
        </p:blipFill>
        <p:spPr bwMode="auto">
          <a:xfrm>
            <a:off x="6525453" y="1"/>
            <a:ext cx="5666547" cy="3398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CA240C79-242E-4918-9F28-B101847D1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2277" y="3386960"/>
            <a:ext cx="56697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A screenshot of a data source&#10;&#10;AI-generated content may be incorrect.">
            <a:extLst>
              <a:ext uri="{FF2B5EF4-FFF2-40B4-BE49-F238E27FC236}">
                <a16:creationId xmlns:a16="http://schemas.microsoft.com/office/drawing/2014/main" id="{1CF302C8-7A30-F94F-1790-5DB3E47A8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46" b="-2"/>
          <a:stretch/>
        </p:blipFill>
        <p:spPr bwMode="auto">
          <a:xfrm>
            <a:off x="6522277" y="3398024"/>
            <a:ext cx="5669723" cy="3469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7555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381C84-B414-4ABD-CF1E-35B880B9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205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C713B8-260D-B5F0-B84F-1872B16E6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07" y="282800"/>
            <a:ext cx="5217172" cy="1288673"/>
          </a:xfrm>
        </p:spPr>
        <p:txBody>
          <a:bodyPr anchor="b"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Application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564F0-D66D-284E-134E-5A2FA4705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906" y="1715151"/>
            <a:ext cx="5217173" cy="4351338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Symptom Input: Symptoms can be inputted by patients in text or voice.</a:t>
            </a:r>
          </a:p>
          <a:p>
            <a:r>
              <a:rPr lang="en-US" sz="2000">
                <a:solidFill>
                  <a:schemeClr val="bg1"/>
                </a:solidFill>
              </a:rPr>
              <a:t>Disease Suggestions: AI throws possible disease with confidence scores.</a:t>
            </a:r>
          </a:p>
          <a:p>
            <a:r>
              <a:rPr lang="en-US" sz="2000">
                <a:solidFill>
                  <a:schemeClr val="bg1"/>
                </a:solidFill>
              </a:rPr>
              <a:t>Interactive Dashboard: Intuitive and user-friendly interface for healthcare professionals.</a:t>
            </a:r>
          </a:p>
          <a:p>
            <a:r>
              <a:rPr lang="en-US" sz="2000">
                <a:solidFill>
                  <a:schemeClr val="bg1"/>
                </a:solidFill>
              </a:rPr>
              <a:t>Real-Time Exploration: Dynamic updates from real time exploration of the data set with user selections.</a:t>
            </a:r>
          </a:p>
          <a:p>
            <a:r>
              <a:rPr lang="en-US" sz="2000">
                <a:solidFill>
                  <a:schemeClr val="bg1"/>
                </a:solidFill>
              </a:rPr>
              <a:t>Data Visualization: Better decision making made easier with better charts and graphs.</a:t>
            </a:r>
          </a:p>
          <a:p>
            <a:endParaRPr lang="en-IN" sz="2000">
              <a:solidFill>
                <a:schemeClr val="bg1"/>
              </a:solidFill>
            </a:endParaRPr>
          </a:p>
        </p:txBody>
      </p:sp>
      <p:grpSp>
        <p:nvGrpSpPr>
          <p:cNvPr id="2059" name="Graphic 4">
            <a:extLst>
              <a:ext uri="{FF2B5EF4-FFF2-40B4-BE49-F238E27FC236}">
                <a16:creationId xmlns:a16="http://schemas.microsoft.com/office/drawing/2014/main" id="{D92F9A1A-77F4-4E16-958B-64BB489FF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22349" y="739986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060" name="Freeform: Shape 2059">
              <a:extLst>
                <a:ext uri="{FF2B5EF4-FFF2-40B4-BE49-F238E27FC236}">
                  <a16:creationId xmlns:a16="http://schemas.microsoft.com/office/drawing/2014/main" id="{819A42ED-6B91-49E6-9BDB-6339893E9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1" name="Freeform: Shape 2060">
              <a:extLst>
                <a:ext uri="{FF2B5EF4-FFF2-40B4-BE49-F238E27FC236}">
                  <a16:creationId xmlns:a16="http://schemas.microsoft.com/office/drawing/2014/main" id="{3B732C3B-202D-4B4E-9C2B-283338B2A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2" name="Freeform: Shape 2061">
              <a:extLst>
                <a:ext uri="{FF2B5EF4-FFF2-40B4-BE49-F238E27FC236}">
                  <a16:creationId xmlns:a16="http://schemas.microsoft.com/office/drawing/2014/main" id="{E38433EC-2142-4B86-B9BA-25AFE26299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3" name="Freeform: Shape 2062">
              <a:extLst>
                <a:ext uri="{FF2B5EF4-FFF2-40B4-BE49-F238E27FC236}">
                  <a16:creationId xmlns:a16="http://schemas.microsoft.com/office/drawing/2014/main" id="{2F3A02D8-E8AA-47DC-B215-ED01D604E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4" name="Freeform: Shape 2063">
              <a:extLst>
                <a:ext uri="{FF2B5EF4-FFF2-40B4-BE49-F238E27FC236}">
                  <a16:creationId xmlns:a16="http://schemas.microsoft.com/office/drawing/2014/main" id="{B1A156CC-0ACD-4554-947F-A9FD30B6A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5" name="Freeform: Shape 2064">
              <a:extLst>
                <a:ext uri="{FF2B5EF4-FFF2-40B4-BE49-F238E27FC236}">
                  <a16:creationId xmlns:a16="http://schemas.microsoft.com/office/drawing/2014/main" id="{BBACA1F0-7581-48CC-BB3D-29D84E66B1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6" name="Freeform: Shape 2065">
              <a:extLst>
                <a:ext uri="{FF2B5EF4-FFF2-40B4-BE49-F238E27FC236}">
                  <a16:creationId xmlns:a16="http://schemas.microsoft.com/office/drawing/2014/main" id="{48C34CDB-6796-4AA3-9001-DA5B717D7C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7" name="Freeform: Shape 2066">
              <a:extLst>
                <a:ext uri="{FF2B5EF4-FFF2-40B4-BE49-F238E27FC236}">
                  <a16:creationId xmlns:a16="http://schemas.microsoft.com/office/drawing/2014/main" id="{79D783F9-0F69-4135-9961-9BAB1C1A6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8" name="Freeform: Shape 2067">
              <a:extLst>
                <a:ext uri="{FF2B5EF4-FFF2-40B4-BE49-F238E27FC236}">
                  <a16:creationId xmlns:a16="http://schemas.microsoft.com/office/drawing/2014/main" id="{4FFBBC22-B7E4-49E9-9BD1-36B5F62991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9" name="Freeform: Shape 2068">
              <a:extLst>
                <a:ext uri="{FF2B5EF4-FFF2-40B4-BE49-F238E27FC236}">
                  <a16:creationId xmlns:a16="http://schemas.microsoft.com/office/drawing/2014/main" id="{1E179D1A-1F7F-41FF-A993-7DB78E9EB3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0" name="Freeform: Shape 2069">
              <a:extLst>
                <a:ext uri="{FF2B5EF4-FFF2-40B4-BE49-F238E27FC236}">
                  <a16:creationId xmlns:a16="http://schemas.microsoft.com/office/drawing/2014/main" id="{8565B3A8-B9D8-4EA9-B3DA-DDB2A574BB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1" name="Freeform: Shape 2070">
              <a:extLst>
                <a:ext uri="{FF2B5EF4-FFF2-40B4-BE49-F238E27FC236}">
                  <a16:creationId xmlns:a16="http://schemas.microsoft.com/office/drawing/2014/main" id="{8891E65D-798E-4741-A582-606A9152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2" name="Freeform: Shape 2071">
              <a:extLst>
                <a:ext uri="{FF2B5EF4-FFF2-40B4-BE49-F238E27FC236}">
                  <a16:creationId xmlns:a16="http://schemas.microsoft.com/office/drawing/2014/main" id="{A8BAB8E0-D711-471F-8EB7-6F8C42092B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2050" name="Picture 2" descr="A screenshot of a data dashboard&#10;&#10;AI-generated content may be incorrect.">
            <a:extLst>
              <a:ext uri="{FF2B5EF4-FFF2-40B4-BE49-F238E27FC236}">
                <a16:creationId xmlns:a16="http://schemas.microsoft.com/office/drawing/2014/main" id="{EE1C20CA-CD78-FA04-3831-02FBFA8F7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86389" y="537525"/>
            <a:ext cx="4763801" cy="2500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EEAA56-D8C7-1CDA-A543-F919F7347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86388" y="3644772"/>
            <a:ext cx="4763801" cy="2393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4" name="Oval 2073">
            <a:extLst>
              <a:ext uri="{FF2B5EF4-FFF2-40B4-BE49-F238E27FC236}">
                <a16:creationId xmlns:a16="http://schemas.microsoft.com/office/drawing/2014/main" id="{C4C270DE-0BEB-4372-B440-7EADA6FAF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3877" y="4618784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76" name="Oval 2075">
            <a:extLst>
              <a:ext uri="{FF2B5EF4-FFF2-40B4-BE49-F238E27FC236}">
                <a16:creationId xmlns:a16="http://schemas.microsoft.com/office/drawing/2014/main" id="{757ACA0C-8702-4043-8D4D-582EAEDF1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3877" y="4618784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808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E85AFA-21C2-152E-5259-E41142FC4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Rectangle 308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677C5-C02E-34A1-3A5D-29F00DD48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07" y="282800"/>
            <a:ext cx="5217172" cy="1288673"/>
          </a:xfrm>
        </p:spPr>
        <p:txBody>
          <a:bodyPr anchor="b">
            <a:normAutofit/>
          </a:bodyPr>
          <a:lstStyle/>
          <a:p>
            <a:r>
              <a:rPr lang="en-IN" sz="4100">
                <a:solidFill>
                  <a:schemeClr val="bg1"/>
                </a:solidFill>
              </a:rPr>
              <a:t>Data Integrity and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0D196-A844-3E15-FB1F-F34BB9CC0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906" y="1715151"/>
            <a:ext cx="5217173" cy="4351338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chemeClr val="bg1"/>
                </a:solidFill>
              </a:rPr>
              <a:t>Referential Integrity: Verified patient_id across tables (e.g. encounters, devices, conditions) Referential integrity.</a:t>
            </a:r>
          </a:p>
          <a:p>
            <a:r>
              <a:rPr lang="en-US" sz="2200">
                <a:solidFill>
                  <a:schemeClr val="bg1"/>
                </a:solidFill>
              </a:rPr>
              <a:t>Field-Level Validation: Those were checked dates, healthcare expenses, and confidence scores at field level.</a:t>
            </a:r>
          </a:p>
          <a:p>
            <a:r>
              <a:rPr lang="en-US" sz="2200">
                <a:solidFill>
                  <a:schemeClr val="bg1"/>
                </a:solidFill>
              </a:rPr>
              <a:t>Manual Checks: Reviewed outliers and inconsistencies.</a:t>
            </a:r>
          </a:p>
          <a:p>
            <a:r>
              <a:rPr lang="en-US" sz="2200">
                <a:solidFill>
                  <a:schemeClr val="bg1"/>
                </a:solidFill>
              </a:rPr>
              <a:t>Automated Scripts: Validation used SQL and Python as automated scripts.</a:t>
            </a:r>
          </a:p>
          <a:p>
            <a:r>
              <a:rPr lang="en-US" sz="2200">
                <a:solidFill>
                  <a:schemeClr val="bg1"/>
                </a:solidFill>
              </a:rPr>
              <a:t>No Data Integrity Issues Found: Ensured reliable data for analysis.</a:t>
            </a:r>
          </a:p>
          <a:p>
            <a:endParaRPr lang="en-IN" sz="2200">
              <a:solidFill>
                <a:schemeClr val="bg1"/>
              </a:solidFill>
            </a:endParaRPr>
          </a:p>
        </p:txBody>
      </p:sp>
      <p:grpSp>
        <p:nvGrpSpPr>
          <p:cNvPr id="3083" name="Graphic 4">
            <a:extLst>
              <a:ext uri="{FF2B5EF4-FFF2-40B4-BE49-F238E27FC236}">
                <a16:creationId xmlns:a16="http://schemas.microsoft.com/office/drawing/2014/main" id="{D92F9A1A-77F4-4E16-958B-64BB489FF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22349" y="739986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084" name="Freeform: Shape 3083">
              <a:extLst>
                <a:ext uri="{FF2B5EF4-FFF2-40B4-BE49-F238E27FC236}">
                  <a16:creationId xmlns:a16="http://schemas.microsoft.com/office/drawing/2014/main" id="{819A42ED-6B91-49E6-9BDB-6339893E9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5" name="Freeform: Shape 3084">
              <a:extLst>
                <a:ext uri="{FF2B5EF4-FFF2-40B4-BE49-F238E27FC236}">
                  <a16:creationId xmlns:a16="http://schemas.microsoft.com/office/drawing/2014/main" id="{3B732C3B-202D-4B4E-9C2B-283338B2A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6" name="Freeform: Shape 3085">
              <a:extLst>
                <a:ext uri="{FF2B5EF4-FFF2-40B4-BE49-F238E27FC236}">
                  <a16:creationId xmlns:a16="http://schemas.microsoft.com/office/drawing/2014/main" id="{E38433EC-2142-4B86-B9BA-25AFE26299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7" name="Freeform: Shape 3086">
              <a:extLst>
                <a:ext uri="{FF2B5EF4-FFF2-40B4-BE49-F238E27FC236}">
                  <a16:creationId xmlns:a16="http://schemas.microsoft.com/office/drawing/2014/main" id="{2F3A02D8-E8AA-47DC-B215-ED01D604E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8" name="Freeform: Shape 3087">
              <a:extLst>
                <a:ext uri="{FF2B5EF4-FFF2-40B4-BE49-F238E27FC236}">
                  <a16:creationId xmlns:a16="http://schemas.microsoft.com/office/drawing/2014/main" id="{B1A156CC-0ACD-4554-947F-A9FD30B6A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9" name="Freeform: Shape 3088">
              <a:extLst>
                <a:ext uri="{FF2B5EF4-FFF2-40B4-BE49-F238E27FC236}">
                  <a16:creationId xmlns:a16="http://schemas.microsoft.com/office/drawing/2014/main" id="{BBACA1F0-7581-48CC-BB3D-29D84E66B1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0" name="Freeform: Shape 3089">
              <a:extLst>
                <a:ext uri="{FF2B5EF4-FFF2-40B4-BE49-F238E27FC236}">
                  <a16:creationId xmlns:a16="http://schemas.microsoft.com/office/drawing/2014/main" id="{48C34CDB-6796-4AA3-9001-DA5B717D7C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1" name="Freeform: Shape 3090">
              <a:extLst>
                <a:ext uri="{FF2B5EF4-FFF2-40B4-BE49-F238E27FC236}">
                  <a16:creationId xmlns:a16="http://schemas.microsoft.com/office/drawing/2014/main" id="{79D783F9-0F69-4135-9961-9BAB1C1A6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2" name="Freeform: Shape 3091">
              <a:extLst>
                <a:ext uri="{FF2B5EF4-FFF2-40B4-BE49-F238E27FC236}">
                  <a16:creationId xmlns:a16="http://schemas.microsoft.com/office/drawing/2014/main" id="{4FFBBC22-B7E4-49E9-9BD1-36B5F62991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3" name="Freeform: Shape 3092">
              <a:extLst>
                <a:ext uri="{FF2B5EF4-FFF2-40B4-BE49-F238E27FC236}">
                  <a16:creationId xmlns:a16="http://schemas.microsoft.com/office/drawing/2014/main" id="{1E179D1A-1F7F-41FF-A993-7DB78E9EB3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4" name="Freeform: Shape 3093">
              <a:extLst>
                <a:ext uri="{FF2B5EF4-FFF2-40B4-BE49-F238E27FC236}">
                  <a16:creationId xmlns:a16="http://schemas.microsoft.com/office/drawing/2014/main" id="{8565B3A8-B9D8-4EA9-B3DA-DDB2A574BB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5" name="Freeform: Shape 3094">
              <a:extLst>
                <a:ext uri="{FF2B5EF4-FFF2-40B4-BE49-F238E27FC236}">
                  <a16:creationId xmlns:a16="http://schemas.microsoft.com/office/drawing/2014/main" id="{8891E65D-798E-4741-A582-606A9152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6" name="Freeform: Shape 3095">
              <a:extLst>
                <a:ext uri="{FF2B5EF4-FFF2-40B4-BE49-F238E27FC236}">
                  <a16:creationId xmlns:a16="http://schemas.microsoft.com/office/drawing/2014/main" id="{A8BAB8E0-D711-471F-8EB7-6F8C42092B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3074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D32355-7FE3-B39A-EDE7-CC372A569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86389" y="620891"/>
            <a:ext cx="4763801" cy="233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C834EB-24D5-1100-7A45-436AB30BC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86388" y="3728138"/>
            <a:ext cx="4763801" cy="222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8" name="Oval 3097">
            <a:extLst>
              <a:ext uri="{FF2B5EF4-FFF2-40B4-BE49-F238E27FC236}">
                <a16:creationId xmlns:a16="http://schemas.microsoft.com/office/drawing/2014/main" id="{C4C270DE-0BEB-4372-B440-7EADA6FAF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3877" y="4618784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00" name="Oval 3099">
            <a:extLst>
              <a:ext uri="{FF2B5EF4-FFF2-40B4-BE49-F238E27FC236}">
                <a16:creationId xmlns:a16="http://schemas.microsoft.com/office/drawing/2014/main" id="{757ACA0C-8702-4043-8D4D-582EAEDF1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3877" y="4618784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507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F6140-5729-6DC1-0856-EF0DE190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halk drawing of people representing different genders">
            <a:extLst>
              <a:ext uri="{FF2B5EF4-FFF2-40B4-BE49-F238E27FC236}">
                <a16:creationId xmlns:a16="http://schemas.microsoft.com/office/drawing/2014/main" id="{FFB4C05B-EA6C-C2F4-D719-CB0B486981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2638" r="-2" b="308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E2B395-C13A-C833-238C-F1AF0C1C8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Patient Population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434C9-7610-3224-4E95-C69C3543A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Population Size: 106 patients.</a:t>
            </a:r>
          </a:p>
          <a:p>
            <a:r>
              <a:rPr lang="en-US">
                <a:solidFill>
                  <a:srgbClr val="FFFFFF"/>
                </a:solidFill>
              </a:rPr>
              <a:t>Age Distribution: 2 to 111 years (diverse life stages).</a:t>
            </a:r>
          </a:p>
          <a:p>
            <a:r>
              <a:rPr lang="en-US">
                <a:solidFill>
                  <a:srgbClr val="FFFFFF"/>
                </a:solidFill>
              </a:rPr>
              <a:t>Gender Distribution: 59 Female, 47 Male (balanced).</a:t>
            </a:r>
          </a:p>
          <a:p>
            <a:r>
              <a:rPr lang="en-US">
                <a:solidFill>
                  <a:srgbClr val="FFFFFF"/>
                </a:solidFill>
              </a:rPr>
              <a:t>Race Distribution: White (88), Asian (8), Black (6), Other (3), Native (1).</a:t>
            </a:r>
          </a:p>
          <a:p>
            <a:r>
              <a:rPr lang="en-US">
                <a:solidFill>
                  <a:srgbClr val="FFFFFF"/>
                </a:solidFill>
              </a:rPr>
              <a:t>Geographical Distribution: Boston (7 patients), Mansfield (1 patient).</a:t>
            </a:r>
          </a:p>
          <a:p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735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4514AB-C389-1CDC-99BB-F47A2C7AE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26AF8-E6AA-268F-F84F-1DA059A9F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en-IN" sz="3800">
                <a:solidFill>
                  <a:schemeClr val="bg1"/>
                </a:solidFill>
              </a:rPr>
              <a:t>Demonstration</a:t>
            </a:r>
          </a:p>
        </p:txBody>
      </p:sp>
      <p:cxnSp>
        <p:nvCxnSpPr>
          <p:cNvPr id="4105" name="Straight Connector 4104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2A80-4374-E565-D7EE-EE67E7989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r>
              <a:rPr lang="en-US" sz="1900">
                <a:solidFill>
                  <a:schemeClr val="bg1"/>
                </a:solidFill>
              </a:rPr>
              <a:t>Live Demo: Show the application in action.</a:t>
            </a:r>
          </a:p>
          <a:p>
            <a:r>
              <a:rPr lang="en-US" sz="1900">
                <a:solidFill>
                  <a:schemeClr val="bg1"/>
                </a:solidFill>
              </a:rPr>
              <a:t>Symptom Input: Demonstrate text/voice input.</a:t>
            </a:r>
          </a:p>
          <a:p>
            <a:r>
              <a:rPr lang="en-US" sz="1900">
                <a:solidFill>
                  <a:schemeClr val="bg1"/>
                </a:solidFill>
              </a:rPr>
              <a:t>Disease Suggestions: Show disease suggestions with a confidence score from AI.</a:t>
            </a:r>
          </a:p>
          <a:p>
            <a:r>
              <a:rPr lang="en-US" sz="1900">
                <a:solidFill>
                  <a:schemeClr val="bg1"/>
                </a:solidFill>
              </a:rPr>
              <a:t>Interactive Dashboard: Show filters, parameter adjustments and such things.</a:t>
            </a:r>
          </a:p>
          <a:p>
            <a:r>
              <a:rPr lang="en-US" sz="1900">
                <a:solidFill>
                  <a:schemeClr val="bg1"/>
                </a:solidFill>
              </a:rPr>
              <a:t>Real-Time Updates: Show real time updates on the case depending on the selections made by the user.</a:t>
            </a:r>
          </a:p>
          <a:p>
            <a:endParaRPr lang="en-IN" sz="1900">
              <a:solidFill>
                <a:schemeClr val="bg1"/>
              </a:solidFill>
            </a:endParaRPr>
          </a:p>
        </p:txBody>
      </p:sp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8F8DAB-A423-82AA-0FA5-7D071C92C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25453" y="1934448"/>
            <a:ext cx="5666547" cy="2989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5112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B6E31C-2F7B-3E69-4221-610DBB404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IN" sz="6200">
                <a:solidFill>
                  <a:schemeClr val="bg1"/>
                </a:solidFill>
              </a:rPr>
              <a:t>Conclusion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73EED-D1F9-FFFF-F4E6-9A3BD5B66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Application that is AI powered makes diagnosis faster and more accurate.</a:t>
            </a:r>
          </a:p>
          <a:p>
            <a:r>
              <a:rPr lang="en-US" sz="2000">
                <a:solidFill>
                  <a:schemeClr val="bg1"/>
                </a:solidFill>
              </a:rPr>
              <a:t>Helps close the gap on having accessible healthcare among underserved populations.</a:t>
            </a:r>
          </a:p>
        </p:txBody>
      </p:sp>
    </p:spTree>
    <p:extLst>
      <p:ext uri="{BB962C8B-B14F-4D97-AF65-F5344CB8AC3E}">
        <p14:creationId xmlns:p14="http://schemas.microsoft.com/office/powerpoint/2010/main" val="381814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F9565F-EB01-D8E4-A8B1-468C2F07C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1896" y="1271675"/>
            <a:ext cx="550544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EA8332D-EA74-40A2-8709-00EDB2379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7240" y="3429000"/>
            <a:ext cx="0" cy="3164872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358801C-1E89-48FF-B14F-D76A2EA14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34797" y="816429"/>
            <a:ext cx="8239647" cy="52251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88284F-ED00-40CA-B57D-89C49E8EC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00357" y="272979"/>
            <a:ext cx="0" cy="2906211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302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425</Words>
  <PresentationFormat>Widescreen</PresentationFormat>
  <Paragraphs>41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AI-Powered Medical Diagnosis Application</vt:lpstr>
      <vt:lpstr>Problem Statement</vt:lpstr>
      <vt:lpstr>Solution Overview</vt:lpstr>
      <vt:lpstr>Application Features</vt:lpstr>
      <vt:lpstr>Data Integrity and Validation</vt:lpstr>
      <vt:lpstr>Patient Population Analysis</vt:lpstr>
      <vt:lpstr>Demonstration</vt:lpstr>
      <vt:lpstr>Conclusion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terms:created xsi:type="dcterms:W3CDTF">2025-03-17T18:40:11Z</dcterms:created>
  <dcterms:modified xsi:type="dcterms:W3CDTF">2025-03-17T18:51:02Z</dcterms:modified>
</cp:coreProperties>
</file>